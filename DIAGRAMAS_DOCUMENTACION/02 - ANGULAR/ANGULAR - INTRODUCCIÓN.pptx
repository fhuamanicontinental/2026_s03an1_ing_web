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609CE-0049-486F-AEEB-B212F128B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5A0F21-C32E-4539-9854-964EBCA44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C31E97-0F32-447F-A242-6C9FCAB22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16EA-77B4-4833-A0CF-107BAD5CFB9C}" type="datetimeFigureOut">
              <a:rPr lang="es-PE" smtClean="0"/>
              <a:t>14/07/2026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12D374-1894-4DEA-AAED-099A283B0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BC4FA7-85FF-4FC7-9CB3-B54662130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9AE-9092-4081-8362-BF80F788597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4078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FB7F1-4CAF-4F79-94F6-D96DDFCFE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AB02E7-FCE5-4D32-85EC-913DF3266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F1FAE2-6885-4AA8-B81E-A83B38E54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16EA-77B4-4833-A0CF-107BAD5CFB9C}" type="datetimeFigureOut">
              <a:rPr lang="es-PE" smtClean="0"/>
              <a:t>14/07/2026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9FA3BD-DE3A-4F32-B295-90AB91CB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3F4F0D-FAFF-463D-AB59-F18946F07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9AE-9092-4081-8362-BF80F788597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654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23EA9D-2036-4A63-B5F9-672811E36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4180C1-923B-4AB2-8876-7D2281B94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28A16D-D8AE-4FFC-9D05-3732654FD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16EA-77B4-4833-A0CF-107BAD5CFB9C}" type="datetimeFigureOut">
              <a:rPr lang="es-PE" smtClean="0"/>
              <a:t>14/07/2026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A40E30-608B-48E7-B2B5-F8537E7C3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34502B-821B-4932-83C2-541DEF3DB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9AE-9092-4081-8362-BF80F788597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5127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C7FF9-7F25-4EE1-9878-DEE3126A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B22D99-7979-421C-92C9-9E929FC077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B3C6FF-4C87-420C-91F2-5A856DFC4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1E5E57-72B3-40B0-BA66-8FD7342BF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16EA-77B4-4833-A0CF-107BAD5CFB9C}" type="datetimeFigureOut">
              <a:rPr lang="es-PE" smtClean="0"/>
              <a:t>14/07/2026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CD3D62-4BF8-4C1F-960D-3D635BC7F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DA69D0-9E9B-40F0-9356-6D86F71D3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9AE-9092-4081-8362-BF80F788597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83329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E0D48-00FA-48DE-9E34-F0CA92DB7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D5CD1B-89FA-41A3-AF3E-6B90F6174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42DBD9-6DD1-4DF0-B598-0AA727658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5016F58-F34E-424D-B1ED-13608C7261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E20D9EA-724F-468F-B2CC-638641824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858175D-711D-4155-BD19-69B78995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16EA-77B4-4833-A0CF-107BAD5CFB9C}" type="datetimeFigureOut">
              <a:rPr lang="es-PE" smtClean="0"/>
              <a:t>14/07/2026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97ADF2D-E2CF-4392-8FC6-D3DBCFB56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AEA8CF6-170A-4AE1-A8C2-EB53D408D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9AE-9092-4081-8362-BF80F788597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82867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F3F9CB-0001-472E-8389-C5C9E4AAE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852157F-4AB3-4D06-8F1D-5F68868E5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16EA-77B4-4833-A0CF-107BAD5CFB9C}" type="datetimeFigureOut">
              <a:rPr lang="es-PE" smtClean="0"/>
              <a:t>14/07/2026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43BCBD5-E8C9-4F90-8E60-DF9A70AC3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13421AA-126E-4404-9DB1-1E391005C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9AE-9092-4081-8362-BF80F788597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510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8FB0EC6-92C9-487E-9477-EFB96EBAE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16EA-77B4-4833-A0CF-107BAD5CFB9C}" type="datetimeFigureOut">
              <a:rPr lang="es-PE" smtClean="0"/>
              <a:t>14/07/2026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8D0188E-F480-4236-92FC-5FC2B3272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749B7B-845F-4520-92EC-1CF508F4E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9AE-9092-4081-8362-BF80F788597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7346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FF088-C675-4B1E-BDCF-0F080BD79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20186C-7AAC-4A67-91E7-F4675FC87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1B7FDE5-9804-4214-840D-DEA3BE4B5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F9BF33-FE00-4CAF-8A89-C8C186B9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16EA-77B4-4833-A0CF-107BAD5CFB9C}" type="datetimeFigureOut">
              <a:rPr lang="es-PE" smtClean="0"/>
              <a:t>14/07/2026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B7C1FC-0E05-4B21-BFF0-F18C0DEA7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35C486-4AD6-4353-8191-FAF33E8B9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9AE-9092-4081-8362-BF80F788597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97810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9ACF35-1E54-4C46-8C69-8A0A62FF0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39D02EB-3DB0-4526-A760-10BCDD993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74792B-1AE8-4744-BC43-64D4BCF0E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F81BBC-8D7F-47E5-83FE-B293ED1E1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16EA-77B4-4833-A0CF-107BAD5CFB9C}" type="datetimeFigureOut">
              <a:rPr lang="es-PE" smtClean="0"/>
              <a:t>14/07/2026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3F3FF3-B95C-4BD4-9CBE-38FA54C8F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2B89BF-30AC-487B-B3F0-22521EB9B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9AE-9092-4081-8362-BF80F788597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79494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20742-4990-4139-8188-ECE4AD4F0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ABED2F-DC3C-443B-B2AC-29103E0D9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60BC5A-1D7E-4080-BEC7-BC28106D4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16EA-77B4-4833-A0CF-107BAD5CFB9C}" type="datetimeFigureOut">
              <a:rPr lang="es-PE" smtClean="0"/>
              <a:t>14/07/2026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1480D8-6129-4AB6-83DA-DCF80F536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BDE133-1521-45FE-B44E-87E647133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9AE-9092-4081-8362-BF80F788597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05433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89092D5-177B-41B0-BA23-7041DB769E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F24F674-7FDD-4291-B4FF-C17BC563C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4B49C1-0D3E-4587-B90E-4758729D2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16EA-77B4-4833-A0CF-107BAD5CFB9C}" type="datetimeFigureOut">
              <a:rPr lang="es-PE" smtClean="0"/>
              <a:t>14/07/2026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849601-FB5B-49B7-8B97-D03B4FAF5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4C5ED3-142C-4B25-9479-AE19719C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9AE-9092-4081-8362-BF80F788597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8377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96B8821-9F24-47DB-B2BE-7107579A9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44848C-E590-4846-9990-6944F97A9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32A736-382B-4CE0-A0E3-3DEF67B65C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B16EA-77B4-4833-A0CF-107BAD5CFB9C}" type="datetimeFigureOut">
              <a:rPr lang="es-PE" smtClean="0"/>
              <a:t>14/07/2026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D300DD-4518-4795-82F8-D4556BE82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CE8D3E-995B-4267-9506-7EF2AF5469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D49AE-9092-4081-8362-BF80F788597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8008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nodejs.org/en/download/curren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9734A-8B74-40B5-99D8-4A208D47C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ANGULAR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73987D-6F90-464F-B340-38836CD97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 UNA SPA</a:t>
            </a:r>
          </a:p>
          <a:p>
            <a:r>
              <a:rPr lang="es-ES" dirty="0"/>
              <a:t>SINGLE PAGE APPLICATION (Aplicación de una sola página)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9127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9048E-F35C-45E4-8B8F-FE40141DB1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TODO – SE MANEJA A TRAVEZ DE COMPONENTES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14817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A186DE3-CE93-42F8-9C69-AF65516EF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274" y="0"/>
            <a:ext cx="6733451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65101AD-D7E6-45FC-B446-7E9E1CAB791C}"/>
              </a:ext>
            </a:extLst>
          </p:cNvPr>
          <p:cNvSpPr txBox="1"/>
          <p:nvPr/>
        </p:nvSpPr>
        <p:spPr>
          <a:xfrm>
            <a:off x="266007" y="507076"/>
            <a:ext cx="2086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Cada recuadro es un componente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95444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5A1487-B615-409F-87F0-7B9C88DFD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QUE ES UN COMPONENTE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74AC86-DD65-4216-9031-7A5B6AB8F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Un componente esta compuesto de 4 archivos (3 obligatorios 1 opcional)</a:t>
            </a:r>
          </a:p>
          <a:p>
            <a:pPr marL="0" indent="0">
              <a:buNone/>
            </a:pPr>
            <a:r>
              <a:rPr lang="es-ES" dirty="0"/>
              <a:t>OBLIGATORIOS</a:t>
            </a:r>
          </a:p>
          <a:p>
            <a:r>
              <a:rPr lang="es-ES" dirty="0"/>
              <a:t>Plantilla HTML</a:t>
            </a:r>
          </a:p>
          <a:p>
            <a:r>
              <a:rPr lang="es-ES" dirty="0"/>
              <a:t>Plantilla de hoja de estilos (CSS / SASS / SCSS)</a:t>
            </a:r>
          </a:p>
          <a:p>
            <a:r>
              <a:rPr lang="es-ES" dirty="0"/>
              <a:t>Archivo </a:t>
            </a:r>
            <a:r>
              <a:rPr lang="es-ES" dirty="0" err="1"/>
              <a:t>TypeScript</a:t>
            </a:r>
            <a:r>
              <a:rPr lang="es-ES" dirty="0"/>
              <a:t> (Que un Java Script Optimizado)</a:t>
            </a:r>
          </a:p>
          <a:p>
            <a:pPr marL="0" indent="0">
              <a:buNone/>
            </a:pPr>
            <a:r>
              <a:rPr lang="es-ES" dirty="0"/>
              <a:t>OPCIONAL</a:t>
            </a:r>
          </a:p>
          <a:p>
            <a:r>
              <a:rPr lang="es-ES" dirty="0"/>
              <a:t>Archivo de pruebas unitarias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547631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8C389D-ECEA-49D2-89FF-97AD1BA03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instalamos angular?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C13CB9-B0B9-4B06-B745-E99AC574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dirty="0"/>
              <a:t>Instalar </a:t>
            </a:r>
            <a:r>
              <a:rPr lang="es-ES" dirty="0" err="1"/>
              <a:t>Node</a:t>
            </a:r>
            <a:r>
              <a:rPr lang="es-ES" dirty="0"/>
              <a:t> JS</a:t>
            </a:r>
          </a:p>
          <a:p>
            <a:pPr marL="0" indent="0">
              <a:buNone/>
            </a:pPr>
            <a:r>
              <a:rPr lang="es-ES" dirty="0">
                <a:hlinkClick r:id="rId2"/>
              </a:rPr>
              <a:t>https://nodejs.org/en/download/current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2. Instalar Angular CLI</a:t>
            </a:r>
          </a:p>
          <a:p>
            <a:pPr marL="0" indent="0">
              <a:buNone/>
            </a:pPr>
            <a:r>
              <a:rPr lang="es-ES" dirty="0"/>
              <a:t>Ejecutamos la sentencia “</a:t>
            </a:r>
            <a:r>
              <a:rPr lang="es-ES" dirty="0" err="1"/>
              <a:t>npm</a:t>
            </a:r>
            <a:r>
              <a:rPr lang="es-ES" dirty="0"/>
              <a:t> i @angular/cli”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PE" dirty="0"/>
          </a:p>
          <a:p>
            <a:pPr marL="514350" indent="-514350">
              <a:buFont typeface="+mj-lt"/>
              <a:buAutoNum type="arabicPeriod"/>
            </a:pPr>
            <a:endParaRPr lang="es-PE" dirty="0"/>
          </a:p>
          <a:p>
            <a:pPr marL="514350" indent="-514350">
              <a:buFont typeface="+mj-lt"/>
              <a:buAutoNum type="arabicPeriod"/>
            </a:pP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808C30-A137-4236-A4A7-03FEF1341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8461" y="740026"/>
            <a:ext cx="2905023" cy="167772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FFAAAF5-8A0A-4230-86DD-C3B2820482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208" y="2699613"/>
            <a:ext cx="1952898" cy="20481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63B92AE-06FE-476A-907C-831030C3B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80" y="4493029"/>
            <a:ext cx="3543795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415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FC25D6-F2CD-4138-9DC6-538388F51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251" y="246207"/>
            <a:ext cx="10515600" cy="57306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PE" b="1" dirty="0"/>
              <a:t>COMO CREAMOS EL PROYECTO</a:t>
            </a:r>
          </a:p>
          <a:p>
            <a:pPr marL="0" indent="0">
              <a:buNone/>
            </a:pPr>
            <a:endParaRPr lang="es-PE" dirty="0"/>
          </a:p>
          <a:p>
            <a:pPr marL="0" indent="0">
              <a:buNone/>
            </a:pPr>
            <a:r>
              <a:rPr lang="es-PE" dirty="0"/>
              <a:t>Ejecutamos la siguiente sentencia</a:t>
            </a:r>
          </a:p>
          <a:p>
            <a:pPr marL="514350" indent="-514350">
              <a:buFont typeface="+mj-lt"/>
              <a:buAutoNum type="arabicPeriod"/>
            </a:pPr>
            <a:r>
              <a:rPr lang="es-PE" dirty="0"/>
              <a:t>En la consola nos ubicamos en carpeta donde vamos a crear el proyecto</a:t>
            </a:r>
          </a:p>
          <a:p>
            <a:pPr marL="514350" indent="-514350">
              <a:buFont typeface="+mj-lt"/>
              <a:buAutoNum type="arabicPeriod"/>
            </a:pPr>
            <a:endParaRPr lang="es-PE" dirty="0"/>
          </a:p>
          <a:p>
            <a:pPr marL="514350" indent="-514350">
              <a:buFont typeface="+mj-lt"/>
              <a:buAutoNum type="arabicPeriod"/>
            </a:pPr>
            <a:endParaRPr lang="es-PE" dirty="0"/>
          </a:p>
          <a:p>
            <a:pPr marL="514350" indent="-514350">
              <a:buFont typeface="+mj-lt"/>
              <a:buAutoNum type="arabicPeriod"/>
            </a:pPr>
            <a:r>
              <a:rPr lang="es-PE" dirty="0"/>
              <a:t>Ejecuto la sentencia “ng new </a:t>
            </a:r>
            <a:r>
              <a:rPr lang="es-PE" dirty="0" err="1"/>
              <a:t>nombre_proyecto</a:t>
            </a:r>
            <a:r>
              <a:rPr lang="es-PE" dirty="0"/>
              <a:t>”</a:t>
            </a:r>
          </a:p>
          <a:p>
            <a:pPr marL="514350" indent="-514350">
              <a:buFont typeface="+mj-lt"/>
              <a:buAutoNum type="arabicPeriod"/>
            </a:pPr>
            <a:endParaRPr lang="es-PE" dirty="0"/>
          </a:p>
          <a:p>
            <a:pPr marL="514350" indent="-514350">
              <a:buFont typeface="+mj-lt"/>
              <a:buAutoNum type="arabicPeriod"/>
            </a:pPr>
            <a:endParaRPr lang="es-PE" dirty="0"/>
          </a:p>
          <a:p>
            <a:pPr marL="514350" indent="-514350">
              <a:buFont typeface="+mj-lt"/>
              <a:buAutoNum type="arabicPeriod"/>
            </a:pPr>
            <a:endParaRPr lang="es-PE" dirty="0"/>
          </a:p>
          <a:p>
            <a:pPr marL="514350" indent="-514350">
              <a:buFont typeface="+mj-lt"/>
              <a:buAutoNum type="arabicPeriod"/>
            </a:pPr>
            <a:endParaRPr lang="es-PE" dirty="0"/>
          </a:p>
          <a:p>
            <a:pPr marL="514350" indent="-514350">
              <a:buFont typeface="+mj-lt"/>
              <a:buAutoNum type="arabicPeriod"/>
            </a:pPr>
            <a:endParaRPr lang="es-PE" dirty="0"/>
          </a:p>
          <a:p>
            <a:pPr marL="0" indent="0">
              <a:buNone/>
            </a:pPr>
            <a:endParaRPr lang="es-PE" dirty="0"/>
          </a:p>
          <a:p>
            <a:pPr marL="0" indent="0">
              <a:buNone/>
            </a:pPr>
            <a:endParaRPr lang="es-PE" dirty="0"/>
          </a:p>
          <a:p>
            <a:pPr marL="0" indent="0">
              <a:buNone/>
            </a:pPr>
            <a:endParaRPr lang="es-PE" dirty="0"/>
          </a:p>
          <a:p>
            <a:pPr marL="0" indent="0">
              <a:buNone/>
            </a:pPr>
            <a:endParaRPr lang="es-PE" dirty="0"/>
          </a:p>
          <a:p>
            <a:pPr marL="514350" indent="-514350">
              <a:buFont typeface="+mj-lt"/>
              <a:buAutoNum type="arabicPeriod"/>
            </a:pPr>
            <a:endParaRPr lang="es-PE" dirty="0"/>
          </a:p>
          <a:p>
            <a:pPr marL="514350" indent="-514350">
              <a:buFont typeface="+mj-lt"/>
              <a:buAutoNum type="arabicPeriod"/>
            </a:pPr>
            <a:endParaRPr lang="es-PE" dirty="0"/>
          </a:p>
          <a:p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0360119-7C4B-4820-AD0D-0C835E588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502" y="2275347"/>
            <a:ext cx="4353533" cy="127652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D055E8D-79B5-49B0-8748-226E4B34B4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332"/>
          <a:stretch/>
        </p:blipFill>
        <p:spPr>
          <a:xfrm>
            <a:off x="5834556" y="4072819"/>
            <a:ext cx="5344271" cy="138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697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7285D1-9827-4194-AFED-8C92AE3EC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21" y="387522"/>
            <a:ext cx="10515600" cy="6079779"/>
          </a:xfrm>
        </p:spPr>
        <p:txBody>
          <a:bodyPr/>
          <a:lstStyle/>
          <a:p>
            <a:pPr marL="0" indent="0">
              <a:buNone/>
            </a:pPr>
            <a:r>
              <a:rPr lang="es-PE" dirty="0"/>
              <a:t>3. SEGUIMOS LAS INSTRUCCIONES</a:t>
            </a:r>
          </a:p>
          <a:p>
            <a:pPr marL="0" indent="0">
              <a:buNone/>
            </a:pPr>
            <a:r>
              <a:rPr lang="es-PE" dirty="0"/>
              <a:t>Para este ejemplo voy a escoger como hoja de estilos </a:t>
            </a:r>
            <a:r>
              <a:rPr lang="es-PE" dirty="0" err="1"/>
              <a:t>Sass</a:t>
            </a:r>
            <a:r>
              <a:rPr lang="es-PE" dirty="0"/>
              <a:t> (SCSS)</a:t>
            </a:r>
          </a:p>
          <a:p>
            <a:pPr marL="0" indent="0">
              <a:buNone/>
            </a:pPr>
            <a:endParaRPr lang="es-PE" dirty="0"/>
          </a:p>
          <a:p>
            <a:pPr marL="0" indent="0">
              <a:buNone/>
            </a:pPr>
            <a:endParaRPr lang="es-PE" dirty="0"/>
          </a:p>
          <a:p>
            <a:pPr marL="0" indent="0">
              <a:buNone/>
            </a:pPr>
            <a:endParaRPr lang="es-PE" dirty="0"/>
          </a:p>
          <a:p>
            <a:pPr marL="0" indent="0">
              <a:buNone/>
            </a:pPr>
            <a:endParaRPr lang="es-PE" dirty="0"/>
          </a:p>
          <a:p>
            <a:pPr marL="0" indent="0">
              <a:buNone/>
            </a:pPr>
            <a:endParaRPr lang="es-PE" dirty="0"/>
          </a:p>
          <a:p>
            <a:pPr marL="0" indent="0">
              <a:buNone/>
            </a:pPr>
            <a:r>
              <a:rPr lang="es-PE" dirty="0"/>
              <a:t>4.Quiere hacer uso de Server </a:t>
            </a:r>
            <a:r>
              <a:rPr lang="es-PE" dirty="0" err="1"/>
              <a:t>Side</a:t>
            </a:r>
            <a:r>
              <a:rPr lang="es-PE" dirty="0"/>
              <a:t> </a:t>
            </a:r>
            <a:r>
              <a:rPr lang="es-PE" dirty="0" err="1"/>
              <a:t>Rendering</a:t>
            </a:r>
            <a:r>
              <a:rPr lang="es-PE" dirty="0"/>
              <a:t> (Sirve para manejar el CEO)</a:t>
            </a:r>
          </a:p>
          <a:p>
            <a:pPr marL="0" indent="0">
              <a:buNone/>
            </a:pPr>
            <a:endParaRPr lang="es-PE" dirty="0"/>
          </a:p>
          <a:p>
            <a:pPr marL="0" indent="0">
              <a:buNone/>
            </a:pPr>
            <a:endParaRPr lang="es-PE" dirty="0"/>
          </a:p>
          <a:p>
            <a:pPr marL="0" indent="0">
              <a:buNone/>
            </a:pP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00B56E3-C629-4E1F-84C2-9E0E3DEE0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773" y="1525257"/>
            <a:ext cx="6582694" cy="182905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B4770E5-7BF9-4A8B-97BE-48D291C75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929" y="5053468"/>
            <a:ext cx="8154538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977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20B5D2-CF0B-4511-83DF-1B525E9B2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14CF0-335A-4942-8396-37D8F4073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5. Seleccione la IA con la que se va a trabajar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pPr marL="0" indent="0">
              <a:buNone/>
            </a:pPr>
            <a:r>
              <a:rPr lang="es-ES" dirty="0"/>
              <a:t>6. Angular comenzara a descargar componentes</a:t>
            </a:r>
          </a:p>
          <a:p>
            <a:pPr marL="0" indent="0">
              <a:buNone/>
            </a:pPr>
            <a:r>
              <a:rPr lang="es-ES" dirty="0"/>
              <a:t>Librerías y otros para trabajar de manera</a:t>
            </a:r>
          </a:p>
          <a:p>
            <a:pPr marL="0" indent="0">
              <a:buNone/>
            </a:pPr>
            <a:r>
              <a:rPr lang="es-ES" dirty="0"/>
              <a:t>fluida</a:t>
            </a:r>
          </a:p>
          <a:p>
            <a:endParaRPr lang="es-PE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6A3BBBE-6659-44DF-95F8-B0897866A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652" y="2457314"/>
            <a:ext cx="7878274" cy="194337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FFAB194-DDDE-459C-B7E5-5E7FA54D8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298" y="4484799"/>
            <a:ext cx="2360392" cy="182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136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2A301A-361F-4C99-8E0F-71B0F7DF8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LEVANTANDO EL PROYECTO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9416D7-629C-41C5-BF63-DAFB4B104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ES" dirty="0"/>
              <a:t>Ejecutamos ng serve</a:t>
            </a:r>
          </a:p>
          <a:p>
            <a:pPr marL="514350" indent="-514350">
              <a:buFont typeface="+mj-lt"/>
              <a:buAutoNum type="arabicPeriod"/>
            </a:pPr>
            <a:endParaRPr lang="es-ES" dirty="0"/>
          </a:p>
          <a:p>
            <a:pPr marL="514350" indent="-514350">
              <a:buFont typeface="+mj-lt"/>
              <a:buAutoNum type="arabicPeriod"/>
            </a:pPr>
            <a:endParaRPr lang="es-ES" dirty="0"/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Vemos la </a:t>
            </a:r>
            <a:r>
              <a:rPr lang="es-ES" dirty="0" err="1"/>
              <a:t>url</a:t>
            </a:r>
            <a:r>
              <a:rPr lang="es-ES" dirty="0"/>
              <a:t> generada</a:t>
            </a:r>
          </a:p>
          <a:p>
            <a:pPr marL="514350" indent="-514350">
              <a:buFont typeface="+mj-lt"/>
              <a:buAutoNum type="arabicPeriod"/>
            </a:pPr>
            <a:endParaRPr lang="es-ES" dirty="0"/>
          </a:p>
          <a:p>
            <a:pPr marL="514350" indent="-514350">
              <a:buFont typeface="+mj-lt"/>
              <a:buAutoNum type="arabicPeriod"/>
            </a:pPr>
            <a:endParaRPr lang="es-ES" dirty="0"/>
          </a:p>
          <a:p>
            <a:pPr marL="514350" indent="-514350">
              <a:buFont typeface="+mj-lt"/>
              <a:buAutoNum type="arabicPeriod"/>
            </a:pPr>
            <a:endParaRPr lang="es-ES" dirty="0"/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Abrimos el navegador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5FCA782-530B-40E9-9443-17ED7AA87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98" y="2400156"/>
            <a:ext cx="10421804" cy="102884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971A39D-323E-4C29-B076-24DCE753D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429" y="3923608"/>
            <a:ext cx="3016461" cy="155203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0B4193-BC0C-4190-8523-DBCF67EAB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2873" y="3558682"/>
            <a:ext cx="5292380" cy="311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555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9EE49-FF96-49FE-B6A8-4952E369B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1A6E34-82B2-4CD9-943C-72A446878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32990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546D5-9FB0-43C6-ACE2-1DD0BDEA5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496036-46E8-4DBA-A7DF-599750148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667700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214</Words>
  <Application>Microsoft Office PowerPoint</Application>
  <PresentationFormat>Panorámica</PresentationFormat>
  <Paragraphs>66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de Office</vt:lpstr>
      <vt:lpstr>ANGULAR</vt:lpstr>
      <vt:lpstr>TODO – SE MANEJA A TRAVEZ DE COMPONENTES</vt:lpstr>
      <vt:lpstr>Presentación de PowerPoint</vt:lpstr>
      <vt:lpstr>QUE ES UN COMPONENTE</vt:lpstr>
      <vt:lpstr>¿Cómo instalamos angular?</vt:lpstr>
      <vt:lpstr>Presentación de PowerPoint</vt:lpstr>
      <vt:lpstr>Presentación de PowerPoint</vt:lpstr>
      <vt:lpstr>Presentación de PowerPoint</vt:lpstr>
      <vt:lpstr>LEVANTANDO EL PROYECTO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Franklin Huaman Araujo</dc:creator>
  <cp:lastModifiedBy>Franklin Huaman Araujo</cp:lastModifiedBy>
  <cp:revision>5</cp:revision>
  <dcterms:created xsi:type="dcterms:W3CDTF">2026-07-15T01:32:14Z</dcterms:created>
  <dcterms:modified xsi:type="dcterms:W3CDTF">2026-07-15T02:01:41Z</dcterms:modified>
</cp:coreProperties>
</file>